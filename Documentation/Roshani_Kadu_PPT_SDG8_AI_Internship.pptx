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notesMasterIdLst>
    <p:notesMasterId r:id="rId19"/>
  </p:notesMasterIdLst>
  <p:sldIdLst>
    <p:sldId id="257" r:id="rId2"/>
    <p:sldId id="258" r:id="rId3"/>
    <p:sldId id="259" r:id="rId4"/>
    <p:sldId id="267" r:id="rId5"/>
    <p:sldId id="268" r:id="rId6"/>
    <p:sldId id="262" r:id="rId7"/>
    <p:sldId id="269" r:id="rId8"/>
    <p:sldId id="270" r:id="rId9"/>
    <p:sldId id="271" r:id="rId10"/>
    <p:sldId id="266" r:id="rId11"/>
    <p:sldId id="272" r:id="rId12"/>
    <p:sldId id="277" r:id="rId13"/>
    <p:sldId id="278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A9B97-63BE-4E70-99F2-C5E8EEE1A6AE}" v="52" dt="2026-01-10T14:14:55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u Kadu" userId="1e2bf7a473c74682" providerId="LiveId" clId="{8970A8A1-8E7A-4B6E-AB2E-C7761D126791}"/>
    <pc:docChg chg="undo redo custSel modSld">
      <pc:chgData name="Roshu Kadu" userId="1e2bf7a473c74682" providerId="LiveId" clId="{8970A8A1-8E7A-4B6E-AB2E-C7761D126791}" dt="2026-01-10T14:14:55.124" v="1019" actId="1076"/>
      <pc:docMkLst>
        <pc:docMk/>
      </pc:docMkLst>
      <pc:sldChg chg="modSp mod">
        <pc:chgData name="Roshu Kadu" userId="1e2bf7a473c74682" providerId="LiveId" clId="{8970A8A1-8E7A-4B6E-AB2E-C7761D126791}" dt="2026-01-10T14:13:14.751" v="1001" actId="113"/>
        <pc:sldMkLst>
          <pc:docMk/>
          <pc:sldMk cId="401981442" sldId="257"/>
        </pc:sldMkLst>
        <pc:spChg chg="mod">
          <ac:chgData name="Roshu Kadu" userId="1e2bf7a473c74682" providerId="LiveId" clId="{8970A8A1-8E7A-4B6E-AB2E-C7761D126791}" dt="2026-01-10T14:13:14.751" v="1001" actId="113"/>
          <ac:spMkLst>
            <pc:docMk/>
            <pc:sldMk cId="401981442" sldId="257"/>
            <ac:spMk id="2" creationId="{095BD18D-4F61-E16A-2072-401F1BCB1962}"/>
          </ac:spMkLst>
        </pc:spChg>
      </pc:sldChg>
      <pc:sldChg chg="modSp mod">
        <pc:chgData name="Roshu Kadu" userId="1e2bf7a473c74682" providerId="LiveId" clId="{8970A8A1-8E7A-4B6E-AB2E-C7761D126791}" dt="2026-01-10T14:13:24.920" v="1002" actId="113"/>
        <pc:sldMkLst>
          <pc:docMk/>
          <pc:sldMk cId="2243608276" sldId="258"/>
        </pc:sldMkLst>
        <pc:spChg chg="mod">
          <ac:chgData name="Roshu Kadu" userId="1e2bf7a473c74682" providerId="LiveId" clId="{8970A8A1-8E7A-4B6E-AB2E-C7761D126791}" dt="2026-01-10T14:13:24.920" v="1002" actId="113"/>
          <ac:spMkLst>
            <pc:docMk/>
            <pc:sldMk cId="2243608276" sldId="258"/>
            <ac:spMk id="2" creationId="{A31594B6-008E-69B3-EED3-2C3815FCC467}"/>
          </ac:spMkLst>
        </pc:spChg>
        <pc:spChg chg="mod">
          <ac:chgData name="Roshu Kadu" userId="1e2bf7a473c74682" providerId="LiveId" clId="{8970A8A1-8E7A-4B6E-AB2E-C7761D126791}" dt="2026-01-10T13:43:14.656" v="387" actId="404"/>
          <ac:spMkLst>
            <pc:docMk/>
            <pc:sldMk cId="2243608276" sldId="258"/>
            <ac:spMk id="4" creationId="{4771A847-B8D3-0A1F-5963-D10717D1E3B3}"/>
          </ac:spMkLst>
        </pc:spChg>
      </pc:sldChg>
      <pc:sldChg chg="modSp mod">
        <pc:chgData name="Roshu Kadu" userId="1e2bf7a473c74682" providerId="LiveId" clId="{8970A8A1-8E7A-4B6E-AB2E-C7761D126791}" dt="2026-01-10T14:13:29.282" v="1003" actId="113"/>
        <pc:sldMkLst>
          <pc:docMk/>
          <pc:sldMk cId="3306498311" sldId="259"/>
        </pc:sldMkLst>
        <pc:spChg chg="mod">
          <ac:chgData name="Roshu Kadu" userId="1e2bf7a473c74682" providerId="LiveId" clId="{8970A8A1-8E7A-4B6E-AB2E-C7761D126791}" dt="2026-01-10T14:13:29.282" v="1003" actId="113"/>
          <ac:spMkLst>
            <pc:docMk/>
            <pc:sldMk cId="3306498311" sldId="259"/>
            <ac:spMk id="2" creationId="{9C9D088F-8C4D-4D29-DB21-443BDF3456D6}"/>
          </ac:spMkLst>
        </pc:spChg>
        <pc:spChg chg="mod">
          <ac:chgData name="Roshu Kadu" userId="1e2bf7a473c74682" providerId="LiveId" clId="{8970A8A1-8E7A-4B6E-AB2E-C7761D126791}" dt="2026-01-10T13:55:21.775" v="482"/>
          <ac:spMkLst>
            <pc:docMk/>
            <pc:sldMk cId="3306498311" sldId="259"/>
            <ac:spMk id="4" creationId="{4ECB7004-FCFF-54E1-2691-A0E212E91156}"/>
          </ac:spMkLst>
        </pc:spChg>
      </pc:sldChg>
      <pc:sldChg chg="addSp modSp mod">
        <pc:chgData name="Roshu Kadu" userId="1e2bf7a473c74682" providerId="LiveId" clId="{8970A8A1-8E7A-4B6E-AB2E-C7761D126791}" dt="2026-01-10T14:13:33.842" v="1004" actId="113"/>
        <pc:sldMkLst>
          <pc:docMk/>
          <pc:sldMk cId="3462334601" sldId="260"/>
        </pc:sldMkLst>
        <pc:spChg chg="mod">
          <ac:chgData name="Roshu Kadu" userId="1e2bf7a473c74682" providerId="LiveId" clId="{8970A8A1-8E7A-4B6E-AB2E-C7761D126791}" dt="2026-01-10T14:13:33.842" v="1004" actId="113"/>
          <ac:spMkLst>
            <pc:docMk/>
            <pc:sldMk cId="3462334601" sldId="260"/>
            <ac:spMk id="2" creationId="{58DE07B2-FFD7-E48E-48E5-6F4A41F06F12}"/>
          </ac:spMkLst>
        </pc:spChg>
        <pc:spChg chg="add">
          <ac:chgData name="Roshu Kadu" userId="1e2bf7a473c74682" providerId="LiveId" clId="{8970A8A1-8E7A-4B6E-AB2E-C7761D126791}" dt="2026-01-10T13:56:26.204" v="509"/>
          <ac:spMkLst>
            <pc:docMk/>
            <pc:sldMk cId="3462334601" sldId="260"/>
            <ac:spMk id="3" creationId="{C8F5C259-6EBD-C71F-788E-78879CFC3911}"/>
          </ac:spMkLst>
        </pc:spChg>
        <pc:spChg chg="mod">
          <ac:chgData name="Roshu Kadu" userId="1e2bf7a473c74682" providerId="LiveId" clId="{8970A8A1-8E7A-4B6E-AB2E-C7761D126791}" dt="2026-01-10T13:56:56.713" v="514" actId="113"/>
          <ac:spMkLst>
            <pc:docMk/>
            <pc:sldMk cId="3462334601" sldId="260"/>
            <ac:spMk id="4" creationId="{FEB47151-2BB5-413C-7CF6-796583C7BDD3}"/>
          </ac:spMkLst>
        </pc:spChg>
      </pc:sldChg>
      <pc:sldChg chg="addSp delSp modSp mod">
        <pc:chgData name="Roshu Kadu" userId="1e2bf7a473c74682" providerId="LiveId" clId="{8970A8A1-8E7A-4B6E-AB2E-C7761D126791}" dt="2026-01-10T14:13:37.625" v="1005" actId="113"/>
        <pc:sldMkLst>
          <pc:docMk/>
          <pc:sldMk cId="3539462913" sldId="261"/>
        </pc:sldMkLst>
        <pc:spChg chg="mod">
          <ac:chgData name="Roshu Kadu" userId="1e2bf7a473c74682" providerId="LiveId" clId="{8970A8A1-8E7A-4B6E-AB2E-C7761D126791}" dt="2026-01-10T14:13:37.625" v="1005" actId="113"/>
          <ac:spMkLst>
            <pc:docMk/>
            <pc:sldMk cId="3539462913" sldId="261"/>
            <ac:spMk id="2" creationId="{E57C2CF4-968E-E6AE-B194-0025E837D23E}"/>
          </ac:spMkLst>
        </pc:spChg>
        <pc:spChg chg="mod">
          <ac:chgData name="Roshu Kadu" userId="1e2bf7a473c74682" providerId="LiveId" clId="{8970A8A1-8E7A-4B6E-AB2E-C7761D126791}" dt="2026-01-10T13:57:25.231" v="528" actId="20577"/>
          <ac:spMkLst>
            <pc:docMk/>
            <pc:sldMk cId="3539462913" sldId="261"/>
            <ac:spMk id="4" creationId="{EA49B0B7-1315-7273-B899-20998AC15C57}"/>
          </ac:spMkLst>
        </pc:spChg>
        <pc:spChg chg="mod">
          <ac:chgData name="Roshu Kadu" userId="1e2bf7a473c74682" providerId="LiveId" clId="{8970A8A1-8E7A-4B6E-AB2E-C7761D126791}" dt="2026-01-10T13:24:51.178" v="185" actId="1035"/>
          <ac:spMkLst>
            <pc:docMk/>
            <pc:sldMk cId="3539462913" sldId="261"/>
            <ac:spMk id="5" creationId="{CF4CF558-9D94-7D25-2DBE-E87F4E705F3F}"/>
          </ac:spMkLst>
        </pc:spChg>
        <pc:spChg chg="mod">
          <ac:chgData name="Roshu Kadu" userId="1e2bf7a473c74682" providerId="LiveId" clId="{8970A8A1-8E7A-4B6E-AB2E-C7761D126791}" dt="2026-01-10T13:24:51.178" v="185" actId="1035"/>
          <ac:spMkLst>
            <pc:docMk/>
            <pc:sldMk cId="3539462913" sldId="261"/>
            <ac:spMk id="8" creationId="{A0C63CBB-0DD4-DC77-5498-ADB47310321A}"/>
          </ac:spMkLst>
        </pc:spChg>
        <pc:spChg chg="mod">
          <ac:chgData name="Roshu Kadu" userId="1e2bf7a473c74682" providerId="LiveId" clId="{8970A8A1-8E7A-4B6E-AB2E-C7761D126791}" dt="2026-01-10T13:24:51.178" v="185" actId="1035"/>
          <ac:spMkLst>
            <pc:docMk/>
            <pc:sldMk cId="3539462913" sldId="261"/>
            <ac:spMk id="9" creationId="{4350EC7F-96BD-96D6-9E31-571800204BC4}"/>
          </ac:spMkLst>
        </pc:spChg>
        <pc:spChg chg="mod">
          <ac:chgData name="Roshu Kadu" userId="1e2bf7a473c74682" providerId="LiveId" clId="{8970A8A1-8E7A-4B6E-AB2E-C7761D126791}" dt="2026-01-10T13:24:51.178" v="185" actId="1035"/>
          <ac:spMkLst>
            <pc:docMk/>
            <pc:sldMk cId="3539462913" sldId="261"/>
            <ac:spMk id="10" creationId="{48D59A94-3840-EA2C-BE12-E1E82D3D50F5}"/>
          </ac:spMkLst>
        </pc:spChg>
        <pc:spChg chg="mod">
          <ac:chgData name="Roshu Kadu" userId="1e2bf7a473c74682" providerId="LiveId" clId="{8970A8A1-8E7A-4B6E-AB2E-C7761D126791}" dt="2026-01-10T13:24:51.178" v="185" actId="1035"/>
          <ac:spMkLst>
            <pc:docMk/>
            <pc:sldMk cId="3539462913" sldId="261"/>
            <ac:spMk id="11" creationId="{885916CD-6502-6A7E-23C2-52AA65995D03}"/>
          </ac:spMkLst>
        </pc:spChg>
        <pc:spChg chg="add del mod">
          <ac:chgData name="Roshu Kadu" userId="1e2bf7a473c74682" providerId="LiveId" clId="{8970A8A1-8E7A-4B6E-AB2E-C7761D126791}" dt="2026-01-10T13:24:34.831" v="166"/>
          <ac:spMkLst>
            <pc:docMk/>
            <pc:sldMk cId="3539462913" sldId="261"/>
            <ac:spMk id="25" creationId="{A6DD2A8E-0917-C408-6B02-051D0FB7CF6A}"/>
          </ac:spMkLst>
        </pc:spChg>
        <pc:spChg chg="add mod">
          <ac:chgData name="Roshu Kadu" userId="1e2bf7a473c74682" providerId="LiveId" clId="{8970A8A1-8E7A-4B6E-AB2E-C7761D126791}" dt="2026-01-10T13:25:12.845" v="189" actId="113"/>
          <ac:spMkLst>
            <pc:docMk/>
            <pc:sldMk cId="3539462913" sldId="261"/>
            <ac:spMk id="26" creationId="{557EF1B3-F64C-E56D-4829-6CEE20D3E7CD}"/>
          </ac:spMkLst>
        </pc:spChg>
        <pc:spChg chg="add del mod">
          <ac:chgData name="Roshu Kadu" userId="1e2bf7a473c74682" providerId="LiveId" clId="{8970A8A1-8E7A-4B6E-AB2E-C7761D126791}" dt="2026-01-10T13:24:34.832" v="168"/>
          <ac:spMkLst>
            <pc:docMk/>
            <pc:sldMk cId="3539462913" sldId="261"/>
            <ac:spMk id="27" creationId="{EF2802E6-0E30-ADA7-9CB4-373B0E60F988}"/>
          </ac:spMkLst>
        </pc:spChg>
        <pc:cxnChg chg="mod">
          <ac:chgData name="Roshu Kadu" userId="1e2bf7a473c74682" providerId="LiveId" clId="{8970A8A1-8E7A-4B6E-AB2E-C7761D126791}" dt="2026-01-10T13:24:51.178" v="185" actId="1035"/>
          <ac:cxnSpMkLst>
            <pc:docMk/>
            <pc:sldMk cId="3539462913" sldId="261"/>
            <ac:cxnSpMk id="20" creationId="{8EA2E292-C47B-999F-75D9-305C91949D84}"/>
          </ac:cxnSpMkLst>
        </pc:cxnChg>
        <pc:cxnChg chg="mod">
          <ac:chgData name="Roshu Kadu" userId="1e2bf7a473c74682" providerId="LiveId" clId="{8970A8A1-8E7A-4B6E-AB2E-C7761D126791}" dt="2026-01-10T13:24:51.178" v="185" actId="1035"/>
          <ac:cxnSpMkLst>
            <pc:docMk/>
            <pc:sldMk cId="3539462913" sldId="261"/>
            <ac:cxnSpMk id="21" creationId="{29A3C119-DA34-87A5-44B1-19FC1E2CA5E7}"/>
          </ac:cxnSpMkLst>
        </pc:cxnChg>
        <pc:cxnChg chg="mod">
          <ac:chgData name="Roshu Kadu" userId="1e2bf7a473c74682" providerId="LiveId" clId="{8970A8A1-8E7A-4B6E-AB2E-C7761D126791}" dt="2026-01-10T13:24:51.178" v="185" actId="1035"/>
          <ac:cxnSpMkLst>
            <pc:docMk/>
            <pc:sldMk cId="3539462913" sldId="261"/>
            <ac:cxnSpMk id="22" creationId="{894CD741-ADE7-692C-4D4E-2B8A33AF1D69}"/>
          </ac:cxnSpMkLst>
        </pc:cxnChg>
        <pc:cxnChg chg="mod">
          <ac:chgData name="Roshu Kadu" userId="1e2bf7a473c74682" providerId="LiveId" clId="{8970A8A1-8E7A-4B6E-AB2E-C7761D126791}" dt="2026-01-10T13:24:51.178" v="185" actId="1035"/>
          <ac:cxnSpMkLst>
            <pc:docMk/>
            <pc:sldMk cId="3539462913" sldId="261"/>
            <ac:cxnSpMk id="23" creationId="{12BEF79D-B2C9-3540-39CA-66193DC0A3BC}"/>
          </ac:cxnSpMkLst>
        </pc:cxnChg>
      </pc:sldChg>
      <pc:sldChg chg="addSp modSp mod">
        <pc:chgData name="Roshu Kadu" userId="1e2bf7a473c74682" providerId="LiveId" clId="{8970A8A1-8E7A-4B6E-AB2E-C7761D126791}" dt="2026-01-10T14:14:55.124" v="1019" actId="1076"/>
        <pc:sldMkLst>
          <pc:docMk/>
          <pc:sldMk cId="309681006" sldId="262"/>
        </pc:sldMkLst>
        <pc:spChg chg="mod">
          <ac:chgData name="Roshu Kadu" userId="1e2bf7a473c74682" providerId="LiveId" clId="{8970A8A1-8E7A-4B6E-AB2E-C7761D126791}" dt="2026-01-10T14:13:41.414" v="1006" actId="113"/>
          <ac:spMkLst>
            <pc:docMk/>
            <pc:sldMk cId="309681006" sldId="262"/>
            <ac:spMk id="2" creationId="{CE820788-F4EE-4049-AD74-C12AD3A0383F}"/>
          </ac:spMkLst>
        </pc:spChg>
        <pc:spChg chg="add">
          <ac:chgData name="Roshu Kadu" userId="1e2bf7a473c74682" providerId="LiveId" clId="{8970A8A1-8E7A-4B6E-AB2E-C7761D126791}" dt="2026-01-10T13:58:32.832" v="542"/>
          <ac:spMkLst>
            <pc:docMk/>
            <pc:sldMk cId="309681006" sldId="262"/>
            <ac:spMk id="3" creationId="{BD95C5EE-A456-6BFB-268B-6490582D0E19}"/>
          </ac:spMkLst>
        </pc:spChg>
        <pc:spChg chg="mod">
          <ac:chgData name="Roshu Kadu" userId="1e2bf7a473c74682" providerId="LiveId" clId="{8970A8A1-8E7A-4B6E-AB2E-C7761D126791}" dt="2026-01-10T14:14:55.124" v="1019" actId="1076"/>
          <ac:spMkLst>
            <pc:docMk/>
            <pc:sldMk cId="309681006" sldId="262"/>
            <ac:spMk id="4" creationId="{1C3307F9-0642-0DA0-B199-22B8BE33574C}"/>
          </ac:spMkLst>
        </pc:spChg>
      </pc:sldChg>
      <pc:sldChg chg="modSp mod">
        <pc:chgData name="Roshu Kadu" userId="1e2bf7a473c74682" providerId="LiveId" clId="{8970A8A1-8E7A-4B6E-AB2E-C7761D126791}" dt="2026-01-10T14:14:44.366" v="1018" actId="1076"/>
        <pc:sldMkLst>
          <pc:docMk/>
          <pc:sldMk cId="3475176288" sldId="263"/>
        </pc:sldMkLst>
        <pc:spChg chg="mod">
          <ac:chgData name="Roshu Kadu" userId="1e2bf7a473c74682" providerId="LiveId" clId="{8970A8A1-8E7A-4B6E-AB2E-C7761D126791}" dt="2026-01-10T14:14:07.151" v="1012" actId="113"/>
          <ac:spMkLst>
            <pc:docMk/>
            <pc:sldMk cId="3475176288" sldId="263"/>
            <ac:spMk id="2" creationId="{C7DDD6D6-EE33-1FBA-37F5-5C3C343CF8CC}"/>
          </ac:spMkLst>
        </pc:spChg>
        <pc:spChg chg="mod">
          <ac:chgData name="Roshu Kadu" userId="1e2bf7a473c74682" providerId="LiveId" clId="{8970A8A1-8E7A-4B6E-AB2E-C7761D126791}" dt="2026-01-10T14:14:44.366" v="1018" actId="1076"/>
          <ac:spMkLst>
            <pc:docMk/>
            <pc:sldMk cId="3475176288" sldId="263"/>
            <ac:spMk id="4" creationId="{AB469025-DCE6-74DA-641D-7BEAB183A681}"/>
          </ac:spMkLst>
        </pc:spChg>
      </pc:sldChg>
      <pc:sldChg chg="addSp delSp modSp mod">
        <pc:chgData name="Roshu Kadu" userId="1e2bf7a473c74682" providerId="LiveId" clId="{8970A8A1-8E7A-4B6E-AB2E-C7761D126791}" dt="2026-01-10T14:14:10.864" v="1013" actId="113"/>
        <pc:sldMkLst>
          <pc:docMk/>
          <pc:sldMk cId="331466091" sldId="264"/>
        </pc:sldMkLst>
        <pc:spChg chg="mod">
          <ac:chgData name="Roshu Kadu" userId="1e2bf7a473c74682" providerId="LiveId" clId="{8970A8A1-8E7A-4B6E-AB2E-C7761D126791}" dt="2026-01-10T14:14:10.864" v="1013" actId="113"/>
          <ac:spMkLst>
            <pc:docMk/>
            <pc:sldMk cId="331466091" sldId="264"/>
            <ac:spMk id="2" creationId="{97DB0150-D4B8-F4ED-8F67-0394603C09F7}"/>
          </ac:spMkLst>
        </pc:spChg>
        <pc:spChg chg="mod">
          <ac:chgData name="Roshu Kadu" userId="1e2bf7a473c74682" providerId="LiveId" clId="{8970A8A1-8E7A-4B6E-AB2E-C7761D126791}" dt="2026-01-10T14:08:49.508" v="949" actId="1076"/>
          <ac:spMkLst>
            <pc:docMk/>
            <pc:sldMk cId="331466091" sldId="264"/>
            <ac:spMk id="4" creationId="{97A7F41B-4D4B-7C7F-0986-404AAE3A674B}"/>
          </ac:spMkLst>
        </pc:spChg>
        <pc:spChg chg="add del mod">
          <ac:chgData name="Roshu Kadu" userId="1e2bf7a473c74682" providerId="LiveId" clId="{8970A8A1-8E7A-4B6E-AB2E-C7761D126791}" dt="2026-01-10T14:09:06.236" v="953"/>
          <ac:spMkLst>
            <pc:docMk/>
            <pc:sldMk cId="331466091" sldId="264"/>
            <ac:spMk id="6" creationId="{0747C817-2C71-5BB0-C3DF-C5BEBD7C0EFA}"/>
          </ac:spMkLst>
        </pc:spChg>
        <pc:spChg chg="add mod">
          <ac:chgData name="Roshu Kadu" userId="1e2bf7a473c74682" providerId="LiveId" clId="{8970A8A1-8E7A-4B6E-AB2E-C7761D126791}" dt="2026-01-10T14:12:00.083" v="995" actId="113"/>
          <ac:spMkLst>
            <pc:docMk/>
            <pc:sldMk cId="331466091" sldId="264"/>
            <ac:spMk id="7" creationId="{9B8CDBAF-881C-559C-B4C7-E91D6BFF7C46}"/>
          </ac:spMkLst>
        </pc:spChg>
        <pc:picChg chg="add mod">
          <ac:chgData name="Roshu Kadu" userId="1e2bf7a473c74682" providerId="LiveId" clId="{8970A8A1-8E7A-4B6E-AB2E-C7761D126791}" dt="2026-01-10T14:12:17.031" v="997" actId="14100"/>
          <ac:picMkLst>
            <pc:docMk/>
            <pc:sldMk cId="331466091" sldId="264"/>
            <ac:picMk id="5" creationId="{45079E0E-66B1-4A28-4D95-D46D4EE07C58}"/>
          </ac:picMkLst>
        </pc:picChg>
      </pc:sldChg>
      <pc:sldChg chg="modSp mod">
        <pc:chgData name="Roshu Kadu" userId="1e2bf7a473c74682" providerId="LiveId" clId="{8970A8A1-8E7A-4B6E-AB2E-C7761D126791}" dt="2026-01-10T14:14:34.778" v="1017" actId="1076"/>
        <pc:sldMkLst>
          <pc:docMk/>
          <pc:sldMk cId="2572233829" sldId="265"/>
        </pc:sldMkLst>
        <pc:spChg chg="mod">
          <ac:chgData name="Roshu Kadu" userId="1e2bf7a473c74682" providerId="LiveId" clId="{8970A8A1-8E7A-4B6E-AB2E-C7761D126791}" dt="2026-01-10T14:14:14.519" v="1014" actId="113"/>
          <ac:spMkLst>
            <pc:docMk/>
            <pc:sldMk cId="2572233829" sldId="265"/>
            <ac:spMk id="2" creationId="{9FC6DE67-16F9-BC89-3D7A-DFD34CB791A8}"/>
          </ac:spMkLst>
        </pc:spChg>
        <pc:spChg chg="mod">
          <ac:chgData name="Roshu Kadu" userId="1e2bf7a473c74682" providerId="LiveId" clId="{8970A8A1-8E7A-4B6E-AB2E-C7761D126791}" dt="2026-01-10T14:14:34.778" v="1017" actId="1076"/>
          <ac:spMkLst>
            <pc:docMk/>
            <pc:sldMk cId="2572233829" sldId="265"/>
            <ac:spMk id="4" creationId="{4C654142-2C4F-1C3B-CEC5-05ED1FDA3E54}"/>
          </ac:spMkLst>
        </pc:spChg>
      </pc:sldChg>
      <pc:sldChg chg="addSp delSp modSp mod">
        <pc:chgData name="Roshu Kadu" userId="1e2bf7a473c74682" providerId="LiveId" clId="{8970A8A1-8E7A-4B6E-AB2E-C7761D126791}" dt="2026-01-10T14:14:26.019" v="1016" actId="1076"/>
        <pc:sldMkLst>
          <pc:docMk/>
          <pc:sldMk cId="2026411624" sldId="266"/>
        </pc:sldMkLst>
        <pc:spChg chg="mod">
          <ac:chgData name="Roshu Kadu" userId="1e2bf7a473c74682" providerId="LiveId" clId="{8970A8A1-8E7A-4B6E-AB2E-C7761D126791}" dt="2026-01-10T14:14:18.631" v="1015" actId="113"/>
          <ac:spMkLst>
            <pc:docMk/>
            <pc:sldMk cId="2026411624" sldId="266"/>
            <ac:spMk id="2" creationId="{3C9AA806-73AD-BD56-C2C9-DB1479191CC9}"/>
          </ac:spMkLst>
        </pc:spChg>
        <pc:spChg chg="add">
          <ac:chgData name="Roshu Kadu" userId="1e2bf7a473c74682" providerId="LiveId" clId="{8970A8A1-8E7A-4B6E-AB2E-C7761D126791}" dt="2026-01-10T14:02:17.556" v="927"/>
          <ac:spMkLst>
            <pc:docMk/>
            <pc:sldMk cId="2026411624" sldId="266"/>
            <ac:spMk id="3" creationId="{4B009806-371C-BD39-E8E2-75CA66458CA2}"/>
          </ac:spMkLst>
        </pc:spChg>
        <pc:spChg chg="add del mod">
          <ac:chgData name="Roshu Kadu" userId="1e2bf7a473c74682" providerId="LiveId" clId="{8970A8A1-8E7A-4B6E-AB2E-C7761D126791}" dt="2026-01-10T14:14:26.019" v="1016" actId="1076"/>
          <ac:spMkLst>
            <pc:docMk/>
            <pc:sldMk cId="2026411624" sldId="266"/>
            <ac:spMk id="4" creationId="{F7E41A99-A5E0-6D3B-CCB6-7567526ED465}"/>
          </ac:spMkLst>
        </pc:spChg>
        <pc:spChg chg="add mod">
          <ac:chgData name="Roshu Kadu" userId="1e2bf7a473c74682" providerId="LiveId" clId="{8970A8A1-8E7A-4B6E-AB2E-C7761D126791}" dt="2026-01-10T14:02:24.926" v="930"/>
          <ac:spMkLst>
            <pc:docMk/>
            <pc:sldMk cId="2026411624" sldId="266"/>
            <ac:spMk id="5" creationId="{DC42AF2C-4B62-27E9-C44A-F22BF51999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05B88-48C8-4784-A661-2DB09CC2BEB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6CEE2-7244-488B-B8FF-DB41BCE1F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32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15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0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46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8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72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61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45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92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85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89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493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765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1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277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16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059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55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74CE8B-F33F-4A88-80CC-39CC4BDA5974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F0F110-095F-4449-8397-23F09CD9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39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D18D-4F61-E16A-2072-401F1BCB1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1"/>
            <a:ext cx="9601196" cy="233801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sz="3600" b="1" dirty="0"/>
              <a:t>AI-Powered Resume Analyzer &amp; Career Guidance Agent </a:t>
            </a:r>
            <a:br>
              <a:rPr lang="en-US" b="1" dirty="0"/>
            </a:br>
            <a:br>
              <a:rPr lang="en-US" b="1" dirty="0"/>
            </a:br>
            <a:r>
              <a:rPr lang="en-IN" sz="3100" b="1" dirty="0"/>
              <a:t>SDG 8 </a:t>
            </a:r>
            <a:r>
              <a:rPr lang="en-IN" sz="3200" b="1" dirty="0"/>
              <a:t>- </a:t>
            </a:r>
            <a:r>
              <a:rPr lang="en-US" sz="3100" b="1" dirty="0"/>
              <a:t>Decent Work and Economic Growth</a:t>
            </a:r>
            <a:br>
              <a:rPr lang="en-US" sz="3100" b="1" dirty="0"/>
            </a:br>
            <a:br>
              <a:rPr lang="en-US" b="1" dirty="0"/>
            </a:br>
            <a:br>
              <a:rPr lang="en-US" sz="2400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0BBB-4B20-7F8A-424F-637B598D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3690257"/>
            <a:ext cx="9601196" cy="21856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800" b="1" dirty="0"/>
              <a:t>Full Name:</a:t>
            </a:r>
            <a:r>
              <a:rPr lang="en-IN" sz="2800" dirty="0"/>
              <a:t> Roshani Ramesh Kadu</a:t>
            </a:r>
            <a:br>
              <a:rPr lang="en-IN" sz="2800" dirty="0"/>
            </a:br>
            <a:r>
              <a:rPr lang="en-IN" sz="2800" b="1" dirty="0"/>
              <a:t>College Name:</a:t>
            </a:r>
            <a:r>
              <a:rPr lang="en-IN" sz="2800" dirty="0"/>
              <a:t> G. N. Khalsa College, Matunga, Mumbai -19</a:t>
            </a:r>
            <a:br>
              <a:rPr lang="en-IN" sz="2800" dirty="0"/>
            </a:br>
            <a:r>
              <a:rPr lang="en-IN" sz="3000" b="1" dirty="0"/>
              <a:t>Registered Email ID:</a:t>
            </a:r>
            <a:r>
              <a:rPr lang="en-IN" sz="3000" dirty="0"/>
              <a:t> roshanikadu388@gmail.com</a:t>
            </a:r>
            <a:br>
              <a:rPr lang="en-IN" sz="2800" dirty="0"/>
            </a:br>
            <a:r>
              <a:rPr lang="en-IN" sz="2800" b="1" dirty="0"/>
              <a:t>IBM </a:t>
            </a:r>
            <a:r>
              <a:rPr lang="en-IN" sz="2800" b="1" dirty="0" err="1"/>
              <a:t>SkillsBuild</a:t>
            </a:r>
            <a:r>
              <a:rPr lang="en-IN" sz="2800" b="1" dirty="0"/>
              <a:t> Platform Email ID:</a:t>
            </a:r>
            <a:r>
              <a:rPr lang="en-IN" sz="2800" dirty="0"/>
              <a:t> roshanikadu388@gmail.com</a:t>
            </a:r>
            <a:br>
              <a:rPr lang="en-IN" sz="2800" dirty="0"/>
            </a:br>
            <a:r>
              <a:rPr lang="en-IN" sz="2800" b="1" dirty="0"/>
              <a:t>Internship:</a:t>
            </a:r>
            <a:r>
              <a:rPr lang="en-IN" sz="2800" dirty="0"/>
              <a:t> CSRBOX – IBM </a:t>
            </a:r>
            <a:r>
              <a:rPr lang="en-IN" sz="2800" dirty="0" err="1"/>
              <a:t>SkillsBuild</a:t>
            </a:r>
            <a:r>
              <a:rPr lang="en-IN" sz="2800" dirty="0"/>
              <a:t> Applied AI Internship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98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94B6-008E-69B3-EED3-2C3815FC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71A847-B8D3-0A1F-5963-D10717D1E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836024"/>
            <a:ext cx="8827167" cy="276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Unemployment and underemployment remain major global challenges.</a:t>
            </a:r>
          </a:p>
          <a:p>
            <a:r>
              <a:rPr lang="en-US" dirty="0"/>
              <a:t>Many job seekers struggle to align their skills with suitable job roles.</a:t>
            </a:r>
          </a:p>
          <a:p>
            <a:r>
              <a:rPr lang="en-US" dirty="0"/>
              <a:t>Lack of personalized career guidance leads to poor employment outcomes.</a:t>
            </a:r>
          </a:p>
          <a:p>
            <a:r>
              <a:rPr lang="en-US" dirty="0"/>
              <a:t>AI can help bridge the gap between skills and job market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24360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088F-8C4D-4D29-DB21-443BDF34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B7004-FCFF-54E1-2691-A0E212E91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035537"/>
            <a:ext cx="8907378" cy="202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Skill–job mismatch among students and job seekers.</a:t>
            </a:r>
          </a:p>
          <a:p>
            <a:r>
              <a:rPr lang="en-US" dirty="0"/>
              <a:t>Lack of accessible employment readiness assessment tools.</a:t>
            </a:r>
          </a:p>
          <a:p>
            <a:r>
              <a:rPr lang="en-US" dirty="0"/>
              <a:t>Absence of personalized career guidance systems.</a:t>
            </a:r>
          </a:p>
          <a:p>
            <a:r>
              <a:rPr lang="en-US" dirty="0"/>
              <a:t>Difficulty in identifying missing skills for desired job roles.</a:t>
            </a:r>
          </a:p>
        </p:txBody>
      </p:sp>
    </p:spTree>
    <p:extLst>
      <p:ext uri="{BB962C8B-B14F-4D97-AF65-F5344CB8AC3E}">
        <p14:creationId xmlns:p14="http://schemas.microsoft.com/office/powerpoint/2010/main" val="330649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93F7-95A3-D8D5-2DC6-3D721FD8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84E7-1BBD-5599-A18B-CAF915062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user skills, education and experience.</a:t>
            </a:r>
          </a:p>
          <a:p>
            <a:r>
              <a:rPr lang="en-US" dirty="0"/>
              <a:t>Recommend suitable job roles using AI logic.</a:t>
            </a:r>
          </a:p>
          <a:p>
            <a:r>
              <a:rPr lang="en-US" dirty="0"/>
              <a:t>Identify skill gaps and employment readiness.</a:t>
            </a:r>
          </a:p>
          <a:p>
            <a:r>
              <a:rPr lang="en-US" dirty="0"/>
              <a:t>Provide salary insights for different experience levels.</a:t>
            </a:r>
          </a:p>
          <a:p>
            <a:r>
              <a:rPr lang="en-US" dirty="0"/>
              <a:t>Build an interactive AI-powered career guidance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33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2F9E-4231-46A3-5CB4-F07636B7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SUSTAINABLE DEVELOPMENT GOAL (SDG)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837F-B6C0-C028-D721-223F9A78D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Promotes employment readiness.</a:t>
            </a:r>
          </a:p>
          <a:p>
            <a:r>
              <a:rPr lang="en-US" dirty="0"/>
              <a:t>Reduces skill-job mismatch.</a:t>
            </a:r>
          </a:p>
          <a:p>
            <a:r>
              <a:rPr lang="en-US" dirty="0"/>
              <a:t>Encourages upskilling and career planning.</a:t>
            </a:r>
          </a:p>
          <a:p>
            <a:r>
              <a:rPr lang="en-US" dirty="0"/>
              <a:t>Supports inclusive and sustainable economic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62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0788-F4EE-4049-AD74-C12AD3A0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3307F9-0642-0DA0-B199-22B8BE335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2087" y="2782391"/>
            <a:ext cx="6977742" cy="2911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 AI-powered resume analysis and career guidance agent.</a:t>
            </a:r>
          </a:p>
          <a:p>
            <a:r>
              <a:rPr lang="en-US" dirty="0"/>
              <a:t>Skill-based job role recommendation system.</a:t>
            </a:r>
          </a:p>
          <a:p>
            <a:r>
              <a:rPr lang="en-US" dirty="0"/>
              <a:t>Employment readiness scoring and skill gap analysis.</a:t>
            </a:r>
          </a:p>
          <a:p>
            <a:r>
              <a:rPr lang="en-US" dirty="0"/>
              <a:t>Salary insights based on experience level.</a:t>
            </a:r>
          </a:p>
          <a:p>
            <a:r>
              <a:rPr lang="en-US" dirty="0"/>
              <a:t>Implemented as a web-based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968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890B-82E6-95A7-BD8A-34385AD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AI SOLUTION DESIGN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6FE6-0DD5-8905-FFAB-77803643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 </a:t>
            </a:r>
            <a:r>
              <a:rPr lang="en-US" dirty="0"/>
              <a:t>Skills, education, years of experience</a:t>
            </a:r>
          </a:p>
          <a:p>
            <a:r>
              <a:rPr lang="en-US" b="1" dirty="0"/>
              <a:t>Processing: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Skill Normalization, Job-Skill Matching, Readiness Score Calculation, Skill  	Gap Analysis</a:t>
            </a:r>
            <a:r>
              <a:rPr lang="en-US" b="1" dirty="0"/>
              <a:t> </a:t>
            </a:r>
          </a:p>
          <a:p>
            <a:r>
              <a:rPr lang="en-US" b="1" dirty="0"/>
              <a:t>Output:</a:t>
            </a:r>
          </a:p>
          <a:p>
            <a:pPr marL="457200" lvl="1" indent="0">
              <a:buNone/>
            </a:pPr>
            <a:r>
              <a:rPr lang="en-US" dirty="0"/>
              <a:t>Recommended Job Rules, Missing Skill, Employment Readiness Status, Salary Expectations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374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5594-5104-E44F-6648-69447E16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2DB54-9510-BE47-FC5A-AB211783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 err="1"/>
              <a:t>Streamlit</a:t>
            </a:r>
            <a:r>
              <a:rPr lang="en-US" dirty="0"/>
              <a:t> (Web Application Framework)</a:t>
            </a:r>
          </a:p>
          <a:p>
            <a:r>
              <a:rPr lang="en-US" dirty="0"/>
              <a:t>Rule-based AI logic</a:t>
            </a:r>
          </a:p>
          <a:p>
            <a:r>
              <a:rPr lang="en-US" dirty="0"/>
              <a:t>Local Execution</a:t>
            </a:r>
          </a:p>
          <a:p>
            <a:r>
              <a:rPr lang="en-US" dirty="0"/>
              <a:t>Git &amp; GitHub for version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51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7FFD-4192-9F63-8053-D0951DF5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IMPLEMENTATION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83A7-24BF-BC35-13DE-EDA7B3F62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as a </a:t>
            </a:r>
            <a:r>
              <a:rPr lang="en-US" dirty="0" err="1"/>
              <a:t>Streamlit</a:t>
            </a:r>
            <a:r>
              <a:rPr lang="en-US" dirty="0"/>
              <a:t> web application.</a:t>
            </a:r>
          </a:p>
          <a:p>
            <a:r>
              <a:rPr lang="en-US" dirty="0"/>
              <a:t>Frontend collects user inputs via interactive UI.</a:t>
            </a:r>
          </a:p>
          <a:p>
            <a:r>
              <a:rPr lang="en-US" dirty="0"/>
              <a:t>Backend processes inputs using AI-based logic.</a:t>
            </a:r>
          </a:p>
          <a:p>
            <a:r>
              <a:rPr lang="en-US" dirty="0"/>
              <a:t>Real-time analysis and recommendations are displayed.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30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A806-73AD-BD56-C2C9-DB147919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DEPLOYMENT &amp; EXECUTION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E41A99-A5E0-6D3B-CCB6-7567526ED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9534" y="2691733"/>
            <a:ext cx="75258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The project is implemented as a local executable prototype.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Application runs using </a:t>
            </a:r>
            <a:r>
              <a:rPr lang="en-US" dirty="0" err="1"/>
              <a:t>Streamlit</a:t>
            </a:r>
            <a:r>
              <a:rPr lang="en-US" dirty="0"/>
              <a:t> framework.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/>
              <a:t>Command used to run the project: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/>
              <a:t>        </a:t>
            </a:r>
            <a:r>
              <a:rPr lang="en-US" b="1" dirty="0" err="1"/>
              <a:t>streamlit</a:t>
            </a:r>
            <a:r>
              <a:rPr lang="en-US" b="1" dirty="0"/>
              <a:t> run app.py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The application opens as a web interface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202641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747A-1005-5D4A-0001-206A1069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C293-68CF-C3CD-F929-885FDADE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Resume / profile score</a:t>
            </a:r>
          </a:p>
          <a:p>
            <a:r>
              <a:rPr lang="en-US" dirty="0"/>
              <a:t>Employment readiness status</a:t>
            </a:r>
          </a:p>
          <a:p>
            <a:r>
              <a:rPr lang="en-US" dirty="0"/>
              <a:t>Recommended job roles</a:t>
            </a:r>
          </a:p>
          <a:p>
            <a:r>
              <a:rPr lang="en-US" dirty="0"/>
              <a:t>Missing skills for each role</a:t>
            </a:r>
          </a:p>
          <a:p>
            <a:r>
              <a:rPr lang="en-US" dirty="0"/>
              <a:t>Salary insights for:</a:t>
            </a:r>
          </a:p>
          <a:p>
            <a:pPr lvl="1"/>
            <a:r>
              <a:rPr lang="en-US" dirty="0"/>
              <a:t>Fresher</a:t>
            </a:r>
          </a:p>
          <a:p>
            <a:pPr lvl="1"/>
            <a:r>
              <a:rPr lang="en-US" dirty="0"/>
              <a:t>2–3 years experience</a:t>
            </a:r>
          </a:p>
          <a:p>
            <a:pPr lvl="1"/>
            <a:r>
              <a:rPr lang="en-US" dirty="0"/>
              <a:t>10+ years experience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8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C202E5-A7FA-D764-B7EF-3219360D8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866275"/>
            <a:ext cx="9693439" cy="5009064"/>
          </a:xfrm>
        </p:spPr>
      </p:pic>
    </p:spTree>
    <p:extLst>
      <p:ext uri="{BB962C8B-B14F-4D97-AF65-F5344CB8AC3E}">
        <p14:creationId xmlns:p14="http://schemas.microsoft.com/office/powerpoint/2010/main" val="417219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95E242-3FC5-CDF1-5694-6895B7798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21" y="978569"/>
            <a:ext cx="10017403" cy="4896770"/>
          </a:xfrm>
        </p:spPr>
      </p:pic>
    </p:spTree>
    <p:extLst>
      <p:ext uri="{BB962C8B-B14F-4D97-AF65-F5344CB8AC3E}">
        <p14:creationId xmlns:p14="http://schemas.microsoft.com/office/powerpoint/2010/main" val="150166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0B5-7A49-5393-E9F0-EABB0DF0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LINK &amp; CODE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6F3F-C882-AAB1-A676-8C01F5463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2615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GitHub Repository Link:</a:t>
            </a:r>
          </a:p>
          <a:p>
            <a:pPr marL="0" indent="0">
              <a:buNone/>
            </a:pPr>
            <a:r>
              <a:rPr lang="en-US" b="1" dirty="0"/>
              <a:t>     https://github.com/RoshaniKadu/ai-career-guidance-agent</a:t>
            </a:r>
          </a:p>
          <a:p>
            <a:r>
              <a:rPr lang="en-US" b="1" dirty="0"/>
              <a:t>Model Type:</a:t>
            </a:r>
          </a:p>
          <a:p>
            <a:r>
              <a:rPr lang="en-US" dirty="0"/>
              <a:t>Executable </a:t>
            </a:r>
            <a:r>
              <a:rPr lang="en-US" dirty="0" err="1"/>
              <a:t>Stramlit</a:t>
            </a:r>
            <a:r>
              <a:rPr lang="en-US" dirty="0"/>
              <a:t> Web Application</a:t>
            </a:r>
          </a:p>
          <a:p>
            <a:r>
              <a:rPr lang="en-US" dirty="0"/>
              <a:t>The GitHub repository contains:</a:t>
            </a:r>
          </a:p>
          <a:p>
            <a:pPr lvl="1"/>
            <a:r>
              <a:rPr lang="en-US" dirty="0"/>
              <a:t>Source code</a:t>
            </a:r>
          </a:p>
          <a:p>
            <a:pPr lvl="1"/>
            <a:r>
              <a:rPr lang="en-US" dirty="0"/>
              <a:t>README file</a:t>
            </a:r>
          </a:p>
          <a:p>
            <a:pPr lvl="1"/>
            <a:r>
              <a:rPr lang="en-US" dirty="0"/>
              <a:t>Instructions to run the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27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8F16-AA00-B796-0961-FF7793D1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&amp; RESPONSIBLE AI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52D3-7268-54F2-A933-EEFEB934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personal data storage.</a:t>
            </a:r>
          </a:p>
          <a:p>
            <a:r>
              <a:rPr lang="en-US" dirty="0"/>
              <a:t>Transparent rule-based recommendations.</a:t>
            </a:r>
          </a:p>
          <a:p>
            <a:r>
              <a:rPr lang="en-US" dirty="0"/>
              <a:t>Supports informed decision-making.</a:t>
            </a:r>
          </a:p>
          <a:p>
            <a:r>
              <a:rPr lang="en-US" dirty="0"/>
              <a:t>Avoids biased or discriminatory outputs.</a:t>
            </a:r>
          </a:p>
          <a:p>
            <a:r>
              <a:rPr lang="en-US" dirty="0"/>
              <a:t>Designed for education and guidance purposes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627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5682-160C-8312-F3C7-42B16A3E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 &amp; IMPACT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C922-D177-3013-BF9D-0CE968338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personal data storage.</a:t>
            </a:r>
          </a:p>
          <a:p>
            <a:r>
              <a:rPr lang="en-US" dirty="0"/>
              <a:t>Transparent rule-based recommendations.</a:t>
            </a:r>
          </a:p>
          <a:p>
            <a:r>
              <a:rPr lang="en-US" dirty="0"/>
              <a:t>Supports informed decision-making.</a:t>
            </a:r>
          </a:p>
          <a:p>
            <a:r>
              <a:rPr lang="en-US" dirty="0"/>
              <a:t>Avoids biased or discriminatory outputs.</a:t>
            </a:r>
          </a:p>
          <a:p>
            <a:r>
              <a:rPr lang="en-US" dirty="0"/>
              <a:t>Designed for educational and guidance purposes only.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93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7CC3-F0E7-0F7F-300A-BF490617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E6AB-7344-8E7E-E6BB-06C83BE45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an AI-powered career guidance system.</a:t>
            </a:r>
          </a:p>
          <a:p>
            <a:r>
              <a:rPr lang="en-US" dirty="0"/>
              <a:t>Successfully aligned with SDG 8.</a:t>
            </a:r>
          </a:p>
          <a:p>
            <a:r>
              <a:rPr lang="en-US" dirty="0"/>
              <a:t>Demonstrates applied AI and agentic workflow skills.</a:t>
            </a:r>
          </a:p>
          <a:p>
            <a:r>
              <a:rPr lang="en-US" dirty="0"/>
              <a:t>Provides a scalable and impactful  solution.</a:t>
            </a:r>
          </a:p>
          <a:p>
            <a:r>
              <a:rPr lang="en-US" dirty="0"/>
              <a:t>Portfolio-ready capstone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049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175</TotalTime>
  <Words>570</Words>
  <Application>Microsoft Office PowerPoint</Application>
  <PresentationFormat>Widescreen</PresentationFormat>
  <Paragraphs>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Garamond</vt:lpstr>
      <vt:lpstr>Organic</vt:lpstr>
      <vt:lpstr>  AI-Powered Resume Analyzer &amp; Career Guidance Agent   SDG 8 - Decent Work and Economic Growth   </vt:lpstr>
      <vt:lpstr>INTRODUCTION</vt:lpstr>
      <vt:lpstr>PROBLEM STATEMENT</vt:lpstr>
      <vt:lpstr>PROJECT OBJECTIVES</vt:lpstr>
      <vt:lpstr>SUSTAINABLE DEVELOPMENT GOAL (SDG)</vt:lpstr>
      <vt:lpstr>PROPOSED SOLUTION</vt:lpstr>
      <vt:lpstr>AI SOLUTION DESIGN &amp; WORKFLOW</vt:lpstr>
      <vt:lpstr>TOOLS &amp; TECHNOLOGIES</vt:lpstr>
      <vt:lpstr>MODEL IMPLEMENTATION</vt:lpstr>
      <vt:lpstr>DEPLOYMENT &amp; EXECUTION</vt:lpstr>
      <vt:lpstr>MODEL OUTPUT</vt:lpstr>
      <vt:lpstr>PowerPoint Presentation</vt:lpstr>
      <vt:lpstr>PowerPoint Presentation</vt:lpstr>
      <vt:lpstr>MODEL LINK &amp; CODE ACCESS</vt:lpstr>
      <vt:lpstr>ETHICAL &amp; RESPONSIBLE AI</vt:lpstr>
      <vt:lpstr>EXPECTED OUTCOMES &amp;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Roshu Kadu</dc:creator>
  <cp:lastModifiedBy>Roshu Kadu</cp:lastModifiedBy>
  <cp:revision>4</cp:revision>
  <dcterms:created xsi:type="dcterms:W3CDTF">2026-01-10T12:29:38Z</dcterms:created>
  <dcterms:modified xsi:type="dcterms:W3CDTF">2026-01-16T19:06:09Z</dcterms:modified>
</cp:coreProperties>
</file>